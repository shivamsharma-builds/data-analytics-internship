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rPr sz="1600">
                <a:solidFill>
                  <a:srgbClr val="0079F2"/>
                </a:solidFill>
                <a:latin typeface="Aptos"/>
              </a:rPr>
              <a:t>IBM HR Attrition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600">
                <a:solidFill>
                  <a:srgbClr val="20333A"/>
                </a:solidFill>
                <a:latin typeface="Aptos"/>
              </a:rPr>
              <a:t>From workforce signals to focused retention 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1600">
                <a:solidFill>
                  <a:srgbClr val="20333A"/>
                </a:solidFill>
                <a:latin typeface="Aptos"/>
              </a:rPr>
              <a:t>1,470 employee records · 16.1% observed attrition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Explainable Logistic Regression baseline with held-out evaluation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Interactive dashboard and prioritized review queue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sz="1600">
                <a:solidFill>
                  <a:srgbClr val="0079F2"/>
                </a:solidFill>
                <a:latin typeface="Aptos"/>
              </a:rPr>
              <a:t>What the dataset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1600">
                <a:solidFill>
                  <a:srgbClr val="20333A"/>
                </a:solidFill>
                <a:latin typeface="Aptos"/>
              </a:rPr>
              <a:t>Overtime attrition: 30.5% vs 10.4% without overtime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Highest department rate: Sales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Highest role rate: Sales Representative — interpret with group size context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No missing values in the downloaded Kaggle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sz="1600">
                <a:solidFill>
                  <a:srgbClr val="0079F2"/>
                </a:solidFill>
                <a:latin typeface="Aptos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600">
                <a:solidFill>
                  <a:srgbClr val="20333A"/>
                </a:solidFill>
                <a:latin typeface="Aptos"/>
              </a:rPr>
              <a:t>Stratified 80/20 split · class-balanced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1600">
                <a:solidFill>
                  <a:srgbClr val="20333A"/>
                </a:solidFill>
                <a:latin typeface="Aptos"/>
              </a:rPr>
              <a:t>Accuracy: 75.5%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Precision: 35.6%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Recall: 66.0%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ROC AUC: 0.796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Confusion matrix: TN 191 · FP 56 · FN 16 · TP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sz="1600">
                <a:solidFill>
                  <a:srgbClr val="0079F2"/>
                </a:solidFill>
                <a:latin typeface="Aptos"/>
              </a:rPr>
              <a:t>Recommended retention 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1600">
                <a:solidFill>
                  <a:srgbClr val="20333A"/>
                </a:solidFill>
                <a:latin typeface="Aptos"/>
              </a:rPr>
              <a:t>Audit overtime concentration before applying broad incentives.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Add structured early-tenure check-ins and role-clarity prompts.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Use high-score records to start human conversations, never automatic decisions.</a:t>
            </a:r>
          </a:p>
          <a:p>
            <a:pPr>
              <a:spcAft>
                <a:spcPts val="1200"/>
              </a:spcAft>
              <a:defRPr sz="1700"/>
            </a:pPr>
            <a:r>
              <a:rPr sz="1600">
                <a:solidFill>
                  <a:srgbClr val="20333A"/>
                </a:solidFill>
                <a:latin typeface="Aptos"/>
              </a:rPr>
              <a:t>Track intervention outcomes and fairness checks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